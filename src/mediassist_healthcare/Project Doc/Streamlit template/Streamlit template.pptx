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WL4og6M69pLJBgU2tP5YQzndo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036749ca2f95a1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3036749ca2f95a1a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37210" y="262890"/>
            <a:ext cx="11178600" cy="6343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37210" y="285750"/>
            <a:ext cx="2548890" cy="6309360"/>
          </a:xfrm>
          <a:prstGeom prst="rect">
            <a:avLst/>
          </a:prstGeom>
          <a:solidFill>
            <a:srgbClr val="D8F2C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588168"/>
            <a:ext cx="19088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docs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902970" y="849392"/>
            <a:ext cx="1428750" cy="1907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28650" y="1257300"/>
            <a:ext cx="2366100" cy="914400"/>
          </a:xfrm>
          <a:prstGeom prst="rect">
            <a:avLst/>
          </a:prstGeom>
          <a:solidFill>
            <a:srgbClr val="C0E4F5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</a:rPr>
              <a:t>Sources: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>
                <a:solidFill>
                  <a:srgbClr val="FF0000"/>
                </a:solidFill>
              </a:rPr>
              <a:t>Admission SOP.pdf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>
                <a:solidFill>
                  <a:srgbClr val="FF0000"/>
                </a:solidFill>
              </a:rPr>
              <a:t>SOP.pdf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>
                <a:solidFill>
                  <a:srgbClr val="FF0000"/>
                </a:solidFill>
              </a:rPr>
              <a:t>Discharge summary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326130" y="434340"/>
            <a:ext cx="79324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 ASSIST CHATBOT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3308985" y="1125855"/>
            <a:ext cx="8183880" cy="46863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>
                <a:solidFill>
                  <a:srgbClr val="FF0000"/>
                </a:solidFill>
              </a:rPr>
              <a:t>3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326130" y="2712509"/>
            <a:ext cx="816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Q1: what is the insurance process?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396615" y="3056391"/>
            <a:ext cx="816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A1: insurance process is ………..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(Source: i</a:t>
            </a:r>
            <a:r>
              <a:rPr lang="en-US" sz="1600">
                <a:solidFill>
                  <a:schemeClr val="dk1"/>
                </a:solidFill>
              </a:rPr>
              <a:t>nsurance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SOP.pdf)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65785" y="5649724"/>
            <a:ext cx="210312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RAG on external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Multimodal images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22960" y="2461140"/>
            <a:ext cx="19088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docs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845820" y="2761774"/>
            <a:ext cx="1428750" cy="1907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28650" y="3011805"/>
            <a:ext cx="2366010" cy="914400"/>
          </a:xfrm>
          <a:prstGeom prst="rect">
            <a:avLst/>
          </a:prstGeom>
          <a:solidFill>
            <a:srgbClr val="C0E4F5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Image1.png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Image2.png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Image3.png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3361380" y="1689047"/>
            <a:ext cx="816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Q</a:t>
            </a:r>
            <a:r>
              <a:rPr lang="en-US" sz="1600">
                <a:solidFill>
                  <a:schemeClr val="dk1"/>
                </a:solidFill>
              </a:rPr>
              <a:t>2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what is the </a:t>
            </a:r>
            <a:r>
              <a:rPr lang="en-US" sz="1600">
                <a:solidFill>
                  <a:schemeClr val="dk1"/>
                </a:solidFill>
              </a:rPr>
              <a:t>admission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process?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431865" y="2032929"/>
            <a:ext cx="816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0">
                <a:solidFill>
                  <a:schemeClr val="dk1"/>
                </a:solidFill>
              </a:rPr>
              <a:t>2: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admission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is ………..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(Source: admission SOP.pdf)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036749ca2f95a1a_0_6"/>
          <p:cNvSpPr/>
          <p:nvPr/>
        </p:nvSpPr>
        <p:spPr>
          <a:xfrm>
            <a:off x="537210" y="262890"/>
            <a:ext cx="11178600" cy="6343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3036749ca2f95a1a_0_6"/>
          <p:cNvSpPr/>
          <p:nvPr/>
        </p:nvSpPr>
        <p:spPr>
          <a:xfrm>
            <a:off x="537210" y="285750"/>
            <a:ext cx="2548800" cy="6309300"/>
          </a:xfrm>
          <a:prstGeom prst="rect">
            <a:avLst/>
          </a:prstGeom>
          <a:solidFill>
            <a:srgbClr val="D8F2CF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3036749ca2f95a1a_0_6"/>
          <p:cNvSpPr txBox="1"/>
          <p:nvPr/>
        </p:nvSpPr>
        <p:spPr>
          <a:xfrm>
            <a:off x="822960" y="588168"/>
            <a:ext cx="190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docs</a:t>
            </a:r>
            <a:endParaRPr/>
          </a:p>
        </p:txBody>
      </p:sp>
      <p:sp>
        <p:nvSpPr>
          <p:cNvPr id="106" name="Google Shape;106;h3036749ca2f95a1a_0_6"/>
          <p:cNvSpPr/>
          <p:nvPr/>
        </p:nvSpPr>
        <p:spPr>
          <a:xfrm>
            <a:off x="902970" y="849392"/>
            <a:ext cx="1428900" cy="19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3036749ca2f95a1a_0_6"/>
          <p:cNvSpPr/>
          <p:nvPr/>
        </p:nvSpPr>
        <p:spPr>
          <a:xfrm>
            <a:off x="628650" y="1257300"/>
            <a:ext cx="2366100" cy="914400"/>
          </a:xfrm>
          <a:prstGeom prst="rect">
            <a:avLst/>
          </a:prstGeom>
          <a:solidFill>
            <a:srgbClr val="C0E4F5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</a:rPr>
              <a:t>Sources: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>
                <a:solidFill>
                  <a:srgbClr val="FF0000"/>
                </a:solidFill>
              </a:rPr>
              <a:t>Admission SOP.pdf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>
                <a:solidFill>
                  <a:srgbClr val="FF0000"/>
                </a:solidFill>
              </a:rPr>
              <a:t>SOP.pdf</a:t>
            </a:r>
            <a:endParaRPr sz="1200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>
                <a:solidFill>
                  <a:srgbClr val="FF0000"/>
                </a:solidFill>
              </a:rPr>
              <a:t>Discharge summary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8" name="Google Shape;108;h3036749ca2f95a1a_0_6"/>
          <p:cNvSpPr txBox="1"/>
          <p:nvPr/>
        </p:nvSpPr>
        <p:spPr>
          <a:xfrm>
            <a:off x="3326130" y="434340"/>
            <a:ext cx="793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 ASSIST CHATBOT</a:t>
            </a:r>
            <a:endParaRPr/>
          </a:p>
        </p:txBody>
      </p:sp>
      <p:sp>
        <p:nvSpPr>
          <p:cNvPr id="109" name="Google Shape;109;h3036749ca2f95a1a_0_6"/>
          <p:cNvSpPr/>
          <p:nvPr/>
        </p:nvSpPr>
        <p:spPr>
          <a:xfrm>
            <a:off x="3308985" y="1125855"/>
            <a:ext cx="8184000" cy="468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1800">
                <a:solidFill>
                  <a:srgbClr val="FF0000"/>
                </a:solidFill>
              </a:rPr>
              <a:t>3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10" name="Google Shape;110;h3036749ca2f95a1a_0_6"/>
          <p:cNvSpPr txBox="1"/>
          <p:nvPr/>
        </p:nvSpPr>
        <p:spPr>
          <a:xfrm>
            <a:off x="3326130" y="2712509"/>
            <a:ext cx="816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Q1: what is the insurance process?</a:t>
            </a:r>
            <a:endParaRPr/>
          </a:p>
        </p:txBody>
      </p:sp>
      <p:sp>
        <p:nvSpPr>
          <p:cNvPr id="111" name="Google Shape;111;h3036749ca2f95a1a_0_6"/>
          <p:cNvSpPr txBox="1"/>
          <p:nvPr/>
        </p:nvSpPr>
        <p:spPr>
          <a:xfrm>
            <a:off x="3396615" y="3056391"/>
            <a:ext cx="816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A1: insurance process is ………..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(Source: i</a:t>
            </a:r>
            <a:r>
              <a:rPr lang="en-US" sz="1600">
                <a:solidFill>
                  <a:schemeClr val="dk1"/>
                </a:solidFill>
              </a:rPr>
              <a:t>nsurance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SOP.pdf)</a:t>
            </a:r>
            <a:endParaRPr/>
          </a:p>
        </p:txBody>
      </p:sp>
      <p:sp>
        <p:nvSpPr>
          <p:cNvPr id="112" name="Google Shape;112;h3036749ca2f95a1a_0_6"/>
          <p:cNvSpPr txBox="1"/>
          <p:nvPr/>
        </p:nvSpPr>
        <p:spPr>
          <a:xfrm>
            <a:off x="565785" y="5649724"/>
            <a:ext cx="2103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RAG on external Data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Multimodal images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</p:txBody>
      </p:sp>
      <p:sp>
        <p:nvSpPr>
          <p:cNvPr id="113" name="Google Shape;113;h3036749ca2f95a1a_0_6"/>
          <p:cNvSpPr txBox="1"/>
          <p:nvPr/>
        </p:nvSpPr>
        <p:spPr>
          <a:xfrm>
            <a:off x="822960" y="2461140"/>
            <a:ext cx="1908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docs</a:t>
            </a:r>
            <a:endParaRPr/>
          </a:p>
        </p:txBody>
      </p:sp>
      <p:sp>
        <p:nvSpPr>
          <p:cNvPr id="114" name="Google Shape;114;h3036749ca2f95a1a_0_6"/>
          <p:cNvSpPr/>
          <p:nvPr/>
        </p:nvSpPr>
        <p:spPr>
          <a:xfrm>
            <a:off x="845820" y="2761774"/>
            <a:ext cx="1428900" cy="19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3036749ca2f95a1a_0_6"/>
          <p:cNvSpPr/>
          <p:nvPr/>
        </p:nvSpPr>
        <p:spPr>
          <a:xfrm>
            <a:off x="628650" y="3011805"/>
            <a:ext cx="2366100" cy="914400"/>
          </a:xfrm>
          <a:prstGeom prst="rect">
            <a:avLst/>
          </a:prstGeom>
          <a:solidFill>
            <a:srgbClr val="C0E4F5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Image1.png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Image2.png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Image3.png</a:t>
            </a:r>
            <a:endParaRPr/>
          </a:p>
        </p:txBody>
      </p:sp>
      <p:sp>
        <p:nvSpPr>
          <p:cNvPr id="116" name="Google Shape;116;h3036749ca2f95a1a_0_6"/>
          <p:cNvSpPr txBox="1"/>
          <p:nvPr/>
        </p:nvSpPr>
        <p:spPr>
          <a:xfrm>
            <a:off x="3361380" y="1689047"/>
            <a:ext cx="816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Q</a:t>
            </a:r>
            <a:r>
              <a:rPr lang="en-US" sz="1600">
                <a:solidFill>
                  <a:schemeClr val="dk1"/>
                </a:solidFill>
              </a:rPr>
              <a:t>2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what is the </a:t>
            </a:r>
            <a:r>
              <a:rPr lang="en-US" sz="1600">
                <a:solidFill>
                  <a:schemeClr val="dk1"/>
                </a:solidFill>
              </a:rPr>
              <a:t>admission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process?</a:t>
            </a:r>
            <a:endParaRPr/>
          </a:p>
        </p:txBody>
      </p:sp>
      <p:sp>
        <p:nvSpPr>
          <p:cNvPr id="117" name="Google Shape;117;h3036749ca2f95a1a_0_6"/>
          <p:cNvSpPr txBox="1"/>
          <p:nvPr/>
        </p:nvSpPr>
        <p:spPr>
          <a:xfrm>
            <a:off x="3431865" y="2032929"/>
            <a:ext cx="8166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00">
                <a:solidFill>
                  <a:schemeClr val="dk1"/>
                </a:solidFill>
              </a:rPr>
              <a:t>2: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admission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is ………..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(Source: admission SOP.pdf)</a:t>
            </a:r>
            <a:endParaRPr/>
          </a:p>
        </p:txBody>
      </p:sp>
      <p:sp>
        <p:nvSpPr>
          <p:cNvPr id="118" name="Google Shape;118;h3036749ca2f95a1a_0_6"/>
          <p:cNvSpPr/>
          <p:nvPr/>
        </p:nvSpPr>
        <p:spPr>
          <a:xfrm>
            <a:off x="8860897" y="3238175"/>
            <a:ext cx="4310928" cy="2411532"/>
          </a:xfrm>
          <a:prstGeom prst="irregularSeal2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max only last 5 msgs and its answers to be shown. This should follow FIFO</a:t>
            </a:r>
            <a:endParaRPr/>
          </a:p>
        </p:txBody>
      </p:sp>
      <p:sp>
        <p:nvSpPr>
          <p:cNvPr id="119" name="Google Shape;119;h3036749ca2f95a1a_0_6"/>
          <p:cNvSpPr/>
          <p:nvPr/>
        </p:nvSpPr>
        <p:spPr>
          <a:xfrm>
            <a:off x="-1533550" y="1689050"/>
            <a:ext cx="3270240" cy="1822338"/>
          </a:xfrm>
          <a:prstGeom prst="irregularSeal2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should be allowed to delete the unwanted files from the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2026-06-17T01:53:50Z</dcterms:created>
  <dc:creator>Ankit Mirajkar</dc:creator>
</cp:coreProperties>
</file>